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1695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班级课表助手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AI-Coding 实训题目 2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9204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</a:rPr>
              <a:t>汇报小组：王思远 · 许宇坤 · 张耀伊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</a:rPr>
              <a:t>日期：2026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小组成员介绍及分工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11880" cy="128016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63240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 err="1">
                <a:solidFill>
                  <a:srgbClr val="1C1B1A"/>
                </a:solidFill>
                <a:latin typeface="PingFang SC"/>
                <a:ea typeface="PingFang SC"/>
              </a:rPr>
              <a:t>王思远</a:t>
            </a:r>
            <a:endParaRPr sz="2400" b="1" dirty="0">
              <a:solidFill>
                <a:srgbClr val="1C1B1A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2B4EC9"/>
                </a:solidFill>
                <a:latin typeface="PingFang SC"/>
                <a:ea typeface="PingFang SC"/>
              </a:rPr>
              <a:t>产品负责人</a:t>
            </a:r>
            <a:endParaRPr sz="1500" b="1" dirty="0">
              <a:solidFill>
                <a:srgbClr val="2B4EC9"/>
              </a:solidFill>
              <a:latin typeface="PingFang SC"/>
              <a:ea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主笔《PRD 产品需求文档》v2.0，维护唯一需求上游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拆解 12 个用户故事，定义验收基线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把控需求变更与范围，组织验收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11880" cy="128016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063240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 err="1">
                <a:solidFill>
                  <a:srgbClr val="1C1B1A"/>
                </a:solidFill>
                <a:latin typeface="PingFang SC"/>
                <a:ea typeface="PingFang SC"/>
              </a:rPr>
              <a:t>许宇坤</a:t>
            </a:r>
            <a:endParaRPr sz="2400" b="1" dirty="0">
              <a:solidFill>
                <a:srgbClr val="1C1B1A"/>
              </a:solidFill>
              <a:latin typeface="PingFang SC"/>
              <a:ea typeface="PingFang SC"/>
            </a:endParaRPr>
          </a:p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2B4EC9"/>
                </a:solidFill>
                <a:latin typeface="PingFang SC"/>
                <a:ea typeface="PingFang SC"/>
              </a:rPr>
              <a:t>技术负责人</a:t>
            </a:r>
            <a:endParaRPr sz="1500" b="1" dirty="0">
              <a:solidFill>
                <a:srgbClr val="2B4EC9"/>
              </a:solidFill>
              <a:latin typeface="PingFang SC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30632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后端任务 B01–B13 共 13 项（认证/课表/导入/权限）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前端任务 F01–F10 共 10 项（课表 SPA/管理后台）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▪ 9 表数据模型设计，事务与安全方案落地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234440"/>
            <a:ext cx="3611880" cy="128016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600200"/>
            <a:ext cx="3063240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>
                <a:solidFill>
                  <a:srgbClr val="1C1B1A"/>
                </a:solidFill>
                <a:latin typeface="PingFang SC"/>
                <a:ea typeface="PingFang SC"/>
              </a:rPr>
              <a:t>张耀伊</a:t>
            </a:r>
          </a:p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2B4EC9"/>
                </a:solidFill>
                <a:latin typeface="PingFang SC"/>
                <a:ea typeface="PingFang SC"/>
              </a:rPr>
              <a:t>测试负责人</a:t>
            </a:r>
            <a:endParaRPr sz="1500" b="1" dirty="0">
              <a:solidFill>
                <a:srgbClr val="2B4EC9"/>
              </a:solidFill>
              <a:latin typeface="PingFang SC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200" y="30632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dirty="0">
                <a:solidFill>
                  <a:srgbClr val="333333"/>
                </a:solidFill>
                <a:latin typeface="PingFang SC"/>
                <a:ea typeface="PingFang SC"/>
              </a:rPr>
              <a:t>▪ </a:t>
            </a:r>
            <a:r>
              <a:rPr sz="1300" b="0" dirty="0" err="1">
                <a:solidFill>
                  <a:srgbClr val="333333"/>
                </a:solidFill>
                <a:latin typeface="PingFang SC"/>
                <a:ea typeface="PingFang SC"/>
              </a:rPr>
              <a:t>测试任务</a:t>
            </a:r>
            <a:r>
              <a:rPr sz="1300" b="0" dirty="0">
                <a:solidFill>
                  <a:srgbClr val="333333"/>
                </a:solidFill>
                <a:latin typeface="PingFang SC"/>
                <a:ea typeface="PingFang SC"/>
              </a:rPr>
              <a:t> T01–T10 共 10 </a:t>
            </a:r>
            <a:r>
              <a:rPr sz="1300" b="0" dirty="0" err="1">
                <a:solidFill>
                  <a:srgbClr val="333333"/>
                </a:solidFill>
                <a:latin typeface="PingFang SC"/>
                <a:ea typeface="PingFang SC"/>
              </a:rPr>
              <a:t>项，覆盖接口与回归</a:t>
            </a:r>
            <a:endParaRPr sz="1300" b="0" dirty="0">
              <a:solidFill>
                <a:srgbClr val="333333"/>
              </a:solidFill>
              <a:latin typeface="PingFang SC"/>
              <a:ea typeface="PingFang SC"/>
            </a:endParaRPr>
          </a:p>
          <a:p>
            <a:pPr>
              <a:spcAft>
                <a:spcPts val="700"/>
              </a:spcAft>
            </a:pPr>
            <a:r>
              <a:rPr sz="1300" b="0" dirty="0">
                <a:solidFill>
                  <a:srgbClr val="333333"/>
                </a:solidFill>
                <a:latin typeface="PingFang SC"/>
                <a:ea typeface="PingFang SC"/>
              </a:rPr>
              <a:t>▪ 70 项 </a:t>
            </a:r>
            <a:r>
              <a:rPr sz="1300" b="0" dirty="0" err="1">
                <a:solidFill>
                  <a:srgbClr val="333333"/>
                </a:solidFill>
                <a:latin typeface="PingFang SC"/>
                <a:ea typeface="PingFang SC"/>
              </a:rPr>
              <a:t>pytest</a:t>
            </a:r>
            <a:r>
              <a:rPr sz="1300" b="0" dirty="0">
                <a:solidFill>
                  <a:srgbClr val="333333"/>
                </a:solidFill>
                <a:latin typeface="PingFang SC"/>
                <a:ea typeface="PingFang SC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ingFang SC"/>
                <a:ea typeface="PingFang SC"/>
              </a:rPr>
              <a:t>自动化测试全部通过</a:t>
            </a:r>
            <a:endParaRPr sz="1300" b="0" dirty="0">
              <a:solidFill>
                <a:srgbClr val="333333"/>
              </a:solidFill>
              <a:latin typeface="PingFang SC"/>
              <a:ea typeface="PingFang SC"/>
            </a:endParaRPr>
          </a:p>
          <a:p>
            <a:pPr>
              <a:spcAft>
                <a:spcPts val="700"/>
              </a:spcAft>
            </a:pPr>
            <a:r>
              <a:rPr sz="1300" b="0" dirty="0">
                <a:solidFill>
                  <a:srgbClr val="333333"/>
                </a:solidFill>
                <a:latin typeface="PingFang SC"/>
                <a:ea typeface="PingFang SC"/>
              </a:rPr>
              <a:t>▪ </a:t>
            </a:r>
            <a:r>
              <a:rPr sz="1300" b="0" dirty="0" err="1">
                <a:solidFill>
                  <a:srgbClr val="333333"/>
                </a:solidFill>
                <a:latin typeface="PingFang SC"/>
                <a:ea typeface="PingFang SC"/>
              </a:rPr>
              <a:t>事务回滚测试、缺陷跟踪与验收核对</a:t>
            </a:r>
            <a:endParaRPr sz="1300" b="0" dirty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项目背景与开发思路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痛点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课表分散：截图、Excel、群文件各自为战，版本不一致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作业靠问：截止日期口口相传，容易遗漏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教务系统面向个人，不支持班级共享课表与作业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目标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一班一表：全班共享同一份权威课表与作业清单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课表即提醒：考试倒计时、作业临期三色提醒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143000"/>
            <a:ext cx="5349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技术栈：Flask 3.1 + SQLite + 原生 HTML/CSS/JS 单页前端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开发思路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PRD 先行 → 契约冻结 → 前后端并行 → 集成联调 → 测试验收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架构要点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9 表数据模型；课程与上课安排分表，支持一课多时段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三角色权限（系统管理员 / 班级管理员 / 学生）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服务端为唯一权威：校验、冲突检测、审计均在服务端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在线演示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201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角色</a:t>
                      </a:r>
                    </a:p>
                  </a:txBody>
                  <a:tcPr marT="27432" marB="27432">
                    <a:solidFill>
                      <a:srgbClr val="2B4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账号</a:t>
                      </a:r>
                    </a:p>
                  </a:txBody>
                  <a:tcPr marT="27432" marB="27432">
                    <a:solidFill>
                      <a:srgbClr val="2B4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密码</a:t>
                      </a:r>
                    </a:p>
                  </a:txBody>
                  <a:tcPr marT="27432" marB="27432">
                    <a:solidFill>
                      <a:srgbClr val="2B4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入口 / 说明</a:t>
                      </a:r>
                    </a:p>
                  </a:txBody>
                  <a:tcPr marT="27432" marB="27432">
                    <a:solidFill>
                      <a:srgbClr val="2B4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系统管理员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sysadmin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sysadmin123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系统管理后台 /admin</a:t>
                      </a:r>
                    </a:p>
                  </a:txBody>
                  <a:tcPr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班级管理员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admin2301 / admin2302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admin1234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软件技术 2301 / 2302 班</a:t>
                      </a:r>
                    </a:p>
                  </a:txBody>
                  <a:tcPr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学生（已激活）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2023301001–005 / 2023302001–005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student123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学生周视图 / 日视图</a:t>
                      </a:r>
                    </a:p>
                  </a:txBody>
                  <a:tcPr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学生（待激活）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2023301006–008 等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激活时自行设置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凭班级邀请码 + 姓名 + 学号激活</a:t>
                      </a:r>
                    </a:p>
                  </a:txBody>
                  <a:tcPr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43400"/>
            <a:ext cx="11201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</a:rPr>
              <a:t>演示路径：sysadmin 看后台 → admin2301 维护课表/导入 CSV/发邀请码 → 学生 2023301001 查看周视图、倒计时与作业提醒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PingFang SC"/>
                <a:ea typeface="PingFang SC"/>
              </a:rPr>
              <a:t>启动方式：python app.py 后访问 http://127.0.0.1:5000/ ，管理后台为 /admin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PingFang SC"/>
                <a:ea typeface="PingFang SC"/>
              </a:rPr>
              <a:t>⚠ 以上账号与邀请码仅限开发环境演示，禁止用于生产；数据库只保存邀请码 sha256 摘要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①：登录与学生激活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统一登录页：三角色同一入口，按角色跳转课表端或管理后台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_activ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学生激活：邀请码 + 姓名 + 学号校验，自设密码后即为正式账号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②：学生课表周视图 / 日视图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5577840" cy="409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week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86400" cy="400431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5330190"/>
            <a:ext cx="5577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周视图：考试倒计时 + 作业三色提醒 + 彩色课表，当天列高亮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188720"/>
            <a:ext cx="4846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_day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34440"/>
            <a:ext cx="4754880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903720" y="42976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日视图：按节次列出当天课程与作业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③：课程详情与 PDF 打印导出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course_detail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学生端课程详情：教师、教室、周次、考试日期等只读展示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5_print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一键打印横向课表：专用打印样式，可直接导出 PDF 张贴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④：班级管理员 · 课程维护与导入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7_course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课程编辑：一课多时段（如高等数学周一 1-2 节 + 周三 3-4 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8_import_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双 CSV 导入：课程 + 作业统一校验，失败整体回滚，确认后同事务覆盖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⑤：班级管理员 · 作业与邀请码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0_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作业管理：按课程登记作业与截止日期，学生端自动三色提醒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_inv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94960" cy="33718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69773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动态邀请码：可重新生成，明文仅一次性展示，库中只存摘要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⑥：系统管理后台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840479" cy="24345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1_admin_seme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749039" cy="23431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3714749"/>
            <a:ext cx="38404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学期管理：唯一 active 学期，周数驱动周视图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34440"/>
            <a:ext cx="25885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_admi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80160"/>
            <a:ext cx="2497092" cy="2377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80560" y="3749040"/>
            <a:ext cx="25885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学生名单 / 用户管理：CSV 导入名单，待激活状态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3840479" cy="24345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4_admin_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280160"/>
            <a:ext cx="3749039" cy="23431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818120" y="3714749"/>
            <a:ext cx="38404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PingFang SC"/>
                <a:ea typeface="PingFang SC"/>
              </a:rPr>
              <a:t>审计日志：登录、导入、邀请码等关键操作留痕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成果展示 ⑦：移动端响应式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188720"/>
            <a:ext cx="241535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6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2323919" cy="5029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75488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C1B1A"/>
                </a:solidFill>
                <a:latin typeface="PingFang SC"/>
                <a:ea typeface="PingFang SC"/>
              </a:rPr>
              <a:t>▪ 同一套页面自适应手机窄屏，无需独立 App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PingFang SC"/>
                <a:ea typeface="PingFang SC"/>
              </a:rPr>
              <a:t>▪ 课表、倒计时、作业提醒在移动端完整可用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PingFang SC"/>
                <a:ea typeface="PingFang SC"/>
              </a:rPr>
              <a:t>▪ 学生掏出手机即可查看本周课程与临期作业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333333"/>
                </a:solidFill>
                <a:latin typeface="PingFang SC"/>
                <a:ea typeface="PingFang SC"/>
              </a:rPr>
              <a:t>▪ 配合打印样式，覆盖「手机随时查 + 纸质张贴看」两类场景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项目亮点与创新 ①：功能创新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201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课表即提醒：考试倒计时 + 作业按临期程度三色提醒，课表不只是“看”的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双 CSV 原子覆盖导入：课程与作业两份文件统一校验，任一失败整体回滚，确认后在同一事务中覆盖本班当前学期数据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一课多时段：课程与上课安排分表，一门课可挂多个星期/节次/教室，贴近真实排课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动态邀请码：可重新生成、可停用；数据库只存 sha256 摘要，明文仅生成时一次性展示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项目亮点与创新 ②：技术方案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201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服务端冲突检测：排课/调整时检测时间冲突，返回 409 与冲突详情，而非静默覆盖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条件唯一索引兜底业务规则：每班至多一名管理员、全校唯一 active 学期，由数据库层保证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安全基线：所有写请求强制 CSRF 头校验、登录限流、关键操作审计日志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注入与 XSS 防护：全程参数化查询，前端输出统一转义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项目亮点与创新 ③：工程质量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201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70 项 pytest 自动化测试全部通过，覆盖认证、权限、导入、冲突等核心路径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事务与回滚测试：专门验证导入失败时数据库不产生半成品数据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幂等建表与种子脚本：schema 可重复执行，演示数据一键重灌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C1B1A"/>
                </a:solidFill>
                <a:latin typeface="PingFang SC"/>
                <a:ea typeface="PingFang SC"/>
              </a:rPr>
              <a:t>▪ 响应式布局 + 独立打印样式：手机端与纸质课表同源输出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学习方法分享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01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AI 辅助编程方法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PRD 作为唯一需求上游：先让 AI 参与打磨需求文档，再谈写代码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先冻结接口契约，前后端再并行开发，联调按契约对表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PingFang SC"/>
                <a:ea typeface="PingFang SC"/>
              </a:rPr>
              <a:t>    – 用自动化测试验证 AI 产出的代码，而不是目测“看起来对”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11201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问题解决举例：本机 LibreSSL 不提供 scrypt，密码哈希直接崩溃 → 显式指定 pbkdf2 并固定参数，问题定位到环境差异后一行配置解决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C1B1A"/>
                </a:solidFill>
                <a:latin typeface="PingFang SC"/>
                <a:ea typeface="PingFang SC"/>
              </a:rPr>
              <a:t>▪ 工具与资源：Flask / SQLite 官方文档、pytest、Playwright、python-pptx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8686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实习收获与感受分享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4EAF9"/>
                </a:solidFill>
                <a:latin typeface="PingFang SC"/>
                <a:ea typeface="PingFang SC"/>
              </a:rPr>
              <a:t>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01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C1B1A"/>
                </a:solidFill>
                <a:latin typeface="PingFang SC"/>
                <a:ea typeface="PingFang SC"/>
              </a:rPr>
              <a:t>▪ 专业技能：体验了一次完整的全栈契约化开发——从 PRD、接口契约到事务实现，理解了“数据一致性靠事务与约束兜底，而不是靠小心”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C1B1A"/>
                </a:solidFill>
                <a:latin typeface="PingFang SC"/>
                <a:ea typeface="PingFang SC"/>
              </a:rPr>
              <a:t>▪ 软实力：文档先行让分工协作有了共同语言，跨角色沟通（产品/技术/测试）围绕验收基线展开，返工明显减少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C1B1A"/>
                </a:solidFill>
                <a:latin typeface="PingFang SC"/>
                <a:ea typeface="PingFang SC"/>
              </a:rPr>
              <a:t>▪ 认知变化：AI 是放大器——能把清晰的需求快速变成代码，但验收标准必须由人来定，测试写不出来往往说明需求没想清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ingFang SC"/>
                <a:ea typeface="PingFang SC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Q &amp; A  欢迎提问与交流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ingFang SC"/>
                <a:ea typeface="PingFang SC"/>
              </a:rPr>
              <a:t>班级课表助手 · AI-Coding 实训题目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699</Words>
  <Application>Microsoft Office PowerPoint</Application>
  <PresentationFormat>宽屏</PresentationFormat>
  <Paragraphs>127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耀伊 张</cp:lastModifiedBy>
  <cp:revision>2</cp:revision>
  <dcterms:created xsi:type="dcterms:W3CDTF">2013-01-27T09:14:16Z</dcterms:created>
  <dcterms:modified xsi:type="dcterms:W3CDTF">2026-08-05T16:38:56Z</dcterms:modified>
  <cp:category/>
</cp:coreProperties>
</file>